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154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11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31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88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773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49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158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57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14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46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394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985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709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147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03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938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78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6ACB36-917E-4006-B0EE-ADC8B307900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DF2C85-71A4-4F3C-893A-F95148027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1520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PROJECT CODE: </a:t>
            </a:r>
            <a:r>
              <a:rPr lang="en-IN" dirty="0" smtClean="0"/>
              <a:t>PRDA – </a:t>
            </a:r>
            <a:r>
              <a:rPr lang="en-IN" dirty="0" smtClean="0"/>
              <a:t>04</a:t>
            </a:r>
          </a:p>
          <a:p>
            <a:r>
              <a:rPr lang="en-IN" dirty="0"/>
              <a:t>Team code</a:t>
            </a:r>
            <a:r>
              <a:rPr lang="en-IN" dirty="0" smtClean="0"/>
              <a:t>:	PTID-CDA-SEP-26-11164</a:t>
            </a:r>
          </a:p>
          <a:p>
            <a:r>
              <a:rPr lang="en-IN" dirty="0" smtClean="0"/>
              <a:t>Tools used: excel for analysis and power bi for visualization. 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07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799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82267" y="4450410"/>
            <a:ext cx="74255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customers: 620 invoices, ≈ 1.41M TL revenue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customers: 380 invoices, ≈ 0.96M TL revenue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Women drive both higher volume and revenue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166" y="1743362"/>
            <a:ext cx="9455188" cy="213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 Insights</a:t>
            </a:r>
            <a:r>
              <a:rPr lang="en-IN" b="1" dirty="0" smtClean="0"/>
              <a:t/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691" y="4596823"/>
            <a:ext cx="8012783" cy="1661523"/>
          </a:xfrm>
        </p:spPr>
        <p:txBody>
          <a:bodyPr>
            <a:noAutofit/>
          </a:bodyPr>
          <a:lstStyle/>
          <a:p>
            <a:pPr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18–27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years: highest invoice count (205)</a:t>
            </a:r>
          </a:p>
          <a:p>
            <a:pPr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58–67 years: highest revenue (≈ 560K TL)</a:t>
            </a:r>
          </a:p>
          <a:p>
            <a:pPr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Younger shop more often, older spend more per purchase</a:t>
            </a:r>
          </a:p>
          <a:p>
            <a:pPr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1961237"/>
            <a:ext cx="9476106" cy="204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9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Distribution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475714" y="4825596"/>
            <a:ext cx="7711911" cy="1421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dominates (338 invoices, ≈ 1.05M TL revenue)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Shoes second in revenue (≈ 685K TL)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smaller in count but high revenue (≈ 493K TL)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40" y="2065866"/>
            <a:ext cx="8758999" cy="241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7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70202" y="4701807"/>
            <a:ext cx="81636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most common (420 invoices, ≈ 1.04M TL)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&amp; Debit cards together ≈ 1.32M TL.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payments are rising — opportunity for loyalty programs.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02" y="2065867"/>
            <a:ext cx="9586424" cy="22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7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70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 Distributions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49920" y="1720787"/>
            <a:ext cx="3327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 of Istanbul (206 invoices) &amp;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(195 invoices) are top performers.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dominates across malls.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&amp; Beverage strong 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Toys strong 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Metrocity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80943"/>
            <a:ext cx="6883400" cy="505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8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and suggestions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0388" y="2071364"/>
            <a:ext cx="10373412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promotions toward female shoppers.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premium bundles for older age groups (58–67).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Clothing &amp; Shoes inventory.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Incentivize card payments (cashback, loyalty points).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campaigns in Mall of Istanbul &amp;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Kanyon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02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12856" y="2191950"/>
            <a:ext cx="7354899" cy="96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varies by gender, age, and mall location.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focus on top categories and malls can maximize revenue.</a:t>
            </a:r>
          </a:p>
        </p:txBody>
      </p:sp>
    </p:spTree>
    <p:extLst>
      <p:ext uri="{BB962C8B-B14F-4D97-AF65-F5344CB8AC3E}">
        <p14:creationId xmlns:p14="http://schemas.microsoft.com/office/powerpoint/2010/main" val="332600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207</TotalTime>
  <Words>243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Celestial</vt:lpstr>
      <vt:lpstr>Customer Data Analysis</vt:lpstr>
      <vt:lpstr>Gender Insights</vt:lpstr>
      <vt:lpstr>Age Insights </vt:lpstr>
      <vt:lpstr>Category Distribution</vt:lpstr>
      <vt:lpstr>Payment method Insights</vt:lpstr>
      <vt:lpstr>Mall Distributions</vt:lpstr>
      <vt:lpstr>Recommendations and suggestions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Data Analysis</dc:title>
  <dc:creator>SRINIDHI SRINIVASAN</dc:creator>
  <cp:lastModifiedBy>SRINIDHI SRINIVASAN</cp:lastModifiedBy>
  <cp:revision>9</cp:revision>
  <dcterms:created xsi:type="dcterms:W3CDTF">2026-09-11T04:32:00Z</dcterms:created>
  <dcterms:modified xsi:type="dcterms:W3CDTF">2026-09-11T08:33:58Z</dcterms:modified>
</cp:coreProperties>
</file>